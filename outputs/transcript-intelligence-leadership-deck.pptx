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74980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Transcript Intelligence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Topic taxonomy, sentiment trends, and risk signals from 100 meeting transcripts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1938528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1168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Take-home assessment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31720" y="193852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D08C2E"/>
          </a:solidFill>
          <a:ln w="12700">
            <a:solidFill>
              <a:srgbClr val="D08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201168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Leadership readout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10698480" cy="18288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F73"/>
                </a:solidFill>
              </a:rPr>
              <a:t>100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meetings processed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2461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8C2E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call types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57784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4F9D"/>
                </a:solidFill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57784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theme categories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0010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4B5F"/>
                </a:solidFill>
              </a:rPr>
              <a:t>26%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01000" y="3767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elevated risk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85800" y="507492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Core thesis: Detect reliability is not only an engineering issue. It directly affects renewal confidence, compliance trust, and competitive risk.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Method: transparent, reproducible, interview-ready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pipeline is deterministic and traceable back to source meetings.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81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meeting metadata, summaries, action items, key moments, and sentence-level transcripts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581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Infer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0288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call type from title patterns and participant domains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581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Classify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9328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themes using an auditable keyword taxonomy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547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sentiment from supplied meeting-level sentiment and transcript signals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89120" y="33832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35478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Rank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0288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F2933"/>
                </a:solidFill>
              </a:rPr>
              <a:t>risk when negative sentiment overlaps with outage, churn, compliance, SLA, or competitor language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5800" y="57424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</a:rPr>
              <a:t>Why this approach works for the assessment: it is explainable, fast to rerun, and easy for interviewers to inspect or challenge.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calls are the clearest pain signal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Average sentiment is lowest in support calls; customer calls show where pain becomes commercial pressure.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External Customer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3108960" y="1417320"/>
            <a:ext cx="475488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417320"/>
            <a:ext cx="3661258" cy="219456"/>
          </a:xfrm>
          <a:prstGeom prst="rect">
            <a:avLst/>
          </a:prstGeom>
          <a:solidFill>
            <a:srgbClr val="D08C2E"/>
          </a:solidFill>
          <a:ln w="12700">
            <a:solidFill>
              <a:srgbClr val="D08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444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3.85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9476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Internal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108960" y="1920240"/>
            <a:ext cx="475488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920240"/>
            <a:ext cx="3252338" cy="219456"/>
          </a:xfrm>
          <a:prstGeom prst="rect">
            <a:avLst/>
          </a:prstGeom>
          <a:solidFill>
            <a:srgbClr val="586F9F"/>
          </a:solidFill>
          <a:ln w="12700">
            <a:solidFill>
              <a:srgbClr val="586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1947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3.42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4505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Support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108960" y="2423160"/>
            <a:ext cx="475488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423160"/>
            <a:ext cx="2691262" cy="219456"/>
          </a:xfrm>
          <a:prstGeom prst="rect">
            <a:avLst/>
          </a:prstGeom>
          <a:solidFill>
            <a:srgbClr val="B94B5F"/>
          </a:solidFill>
          <a:ln w="12700">
            <a:solidFill>
              <a:srgbClr val="B94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2450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2.83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0" y="2999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</a:rPr>
              <a:t>Average sentiment score, 1 = very negative, 5 = very positive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207008"/>
            <a:ext cx="4343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78040" y="157276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1508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Support: reliability, alerting, backup, and identity failures are felt most directly.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7178040" y="221284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21488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External customer calls connect incidents to renewals, churn risk, and competitor evaluation.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178040" y="2880360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42632" y="28163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Internal calls are more constructive, but still explain the root causes behind customer frustration.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 landscape: roadmap is broad, reliability is sharp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Theme coverage shows what appears often; risk score shows what leadership should treat urgently.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12618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Product Roadmap &amp; Feature Gaps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3044952" y="123444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44952" y="1234440"/>
            <a:ext cx="4480560" cy="219456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2618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77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16733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Compliance &amp; Audit Readiness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044952" y="164592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44952" y="1645920"/>
            <a:ext cx="3258589" cy="219456"/>
          </a:xfrm>
          <a:prstGeom prst="rect">
            <a:avLst/>
          </a:prstGeom>
          <a:solidFill>
            <a:srgbClr val="D08C2E"/>
          </a:solidFill>
          <a:ln w="12700">
            <a:solidFill>
              <a:srgbClr val="D08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16733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56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20848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Reliability &amp; Incident Response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044952" y="205740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4952" y="2057400"/>
            <a:ext cx="3142211" cy="219456"/>
          </a:xfrm>
          <a:prstGeom prst="rect">
            <a:avLst/>
          </a:prstGeom>
          <a:solidFill>
            <a:srgbClr val="B94B5F"/>
          </a:solidFill>
          <a:ln w="12700">
            <a:solidFill>
              <a:srgbClr val="B94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20848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54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2496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Renewal, Churn &amp; Commercial Risk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044952" y="246888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4952" y="2468880"/>
            <a:ext cx="1396538" cy="219456"/>
          </a:xfrm>
          <a:prstGeom prst="rect">
            <a:avLst/>
          </a:prstGeom>
          <a:solidFill>
            <a:srgbClr val="7B4F9D"/>
          </a:solidFill>
          <a:ln w="12700">
            <a:solidFill>
              <a:srgbClr val="7B4F9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4963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24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" y="2907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Identity &amp; Access Management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3044952" y="288036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4952" y="2880360"/>
            <a:ext cx="1338349" cy="219456"/>
          </a:xfrm>
          <a:prstGeom prst="rect">
            <a:avLst/>
          </a:prstGeom>
          <a:solidFill>
            <a:srgbClr val="586F9F"/>
          </a:solidFill>
          <a:ln w="12700">
            <a:solidFill>
              <a:srgbClr val="586F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6952" y="29077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23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" y="3319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Competitive Pressure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044952" y="329184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44952" y="3291840"/>
            <a:ext cx="1280160" cy="219456"/>
          </a:xfrm>
          <a:prstGeom prst="rect">
            <a:avLst/>
          </a:prstGeom>
          <a:solidFill>
            <a:srgbClr val="5D7A35"/>
          </a:solidFill>
          <a:ln w="12700">
            <a:solidFill>
              <a:srgbClr val="5D7A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16952" y="33192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22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" y="3730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Customer Onboarding &amp; Adoption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044952" y="370332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44952" y="3703320"/>
            <a:ext cx="872836" cy="219456"/>
          </a:xfrm>
          <a:prstGeom prst="rect">
            <a:avLst/>
          </a:prstGeom>
          <a:solidFill>
            <a:srgbClr val="8A5A44"/>
          </a:solidFill>
          <a:ln w="12700">
            <a:solidFill>
              <a:srgbClr val="8A5A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3730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15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" y="41422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F2933"/>
                </a:solidFill>
              </a:rPr>
              <a:t>Backup &amp; Recovery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3044952" y="4114800"/>
            <a:ext cx="4480560" cy="219456"/>
          </a:xfrm>
          <a:prstGeom prst="rect">
            <a:avLst/>
          </a:prstGeom>
          <a:solidFill>
            <a:srgbClr val="ECEFF2"/>
          </a:solidFill>
          <a:ln w="12700">
            <a:solidFill>
              <a:srgbClr val="ECE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44952" y="4114800"/>
            <a:ext cx="640080" cy="219456"/>
          </a:xfrm>
          <a:prstGeom prst="rect">
            <a:avLst/>
          </a:prstGeom>
          <a:solidFill>
            <a:srgbClr val="6D7280"/>
          </a:solidFill>
          <a:ln w="12700">
            <a:solidFill>
              <a:srgbClr val="6D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41422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3"/>
                </a:solidFill>
              </a:rPr>
              <a:t>11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0" y="1133856"/>
            <a:ext cx="47091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03720" y="193852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8312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Product roadmap and compliance appear widely because most calls touch roadmap, audit, or reporting language.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903720" y="267004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8312" y="2606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Reliability has lower sentiment and higher risk, especially when Detect visibility is lost.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6903720" y="340156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Competitive pressure is less frequent but has the highest average risk signal.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Highest-priority risk conversations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top risks combine low sentiment with outage, compliance, churn, or competitor language.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4160520"/>
        </p:xfrm>
        <a:graphic>
          <a:graphicData uri="http://schemas.openxmlformats.org/drawingml/2006/table">
            <a:tbl>
              <a:tblPr/>
              <a:tblGrid>
                <a:gridCol w="411480"/>
                <a:gridCol w="4434840"/>
                <a:gridCol w="1234440"/>
                <a:gridCol w="685800"/>
                <a:gridCol w="2743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Meeting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Theme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URGENT: Blackridge Investments - Complete Loss of Threat Visibility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Reliability &amp; Incident Response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 Outage - Escalation Bridge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9.23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Reliability &amp; Incident Response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Detect Outage - Customer Impact Assessment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8.88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Reliability &amp; Incident Response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Aegis / Quantum Edge - Renewal Concerns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Customer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8.74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Competitive Pressure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Aegis / Northstar Pharma - Urgent: Detect Outage Impact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Customer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Reliability &amp; Incident Response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URGENT: Cobalt Software - Aegis Detect Dashboard Down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8.13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Reliability &amp; Incident Response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Aegis / Ironworks Corp - Vendor Comparison Discussion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External Customer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8.11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9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Roadmap &amp; Feature Gaps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188720"/>
            <a:ext cx="11155680" cy="393192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568756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2933"/>
                </a:solidFill>
              </a:rPr>
              <a:t>Leadership action: review these accounts first. They are where technical reliability, customer trust, and revenue risk intersect.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trends mean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signal is not just sentiment; it is where sentiment overlaps with business impact.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109728" cy="1417320"/>
          </a:xfrm>
          <a:prstGeom prst="rect">
            <a:avLst/>
          </a:prstGeom>
          <a:solidFill>
            <a:srgbClr val="B94B5F"/>
          </a:solidFill>
          <a:ln w="12700">
            <a:solidFill>
              <a:srgbClr val="B94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5453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Reliability is revenue protection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50976" y="198424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Detect outages create direct risk in renewal and competitive conversations.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90488" y="132588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488" y="1325880"/>
            <a:ext cx="109728" cy="1417320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096" y="15453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Compliance customers need proactive comms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83096" y="198424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HIPAA, SOC 2, and PCI language increases the cost of unclear incident communication.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329184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291840"/>
            <a:ext cx="109728" cy="1417320"/>
          </a:xfrm>
          <a:prstGeom prst="rect">
            <a:avLst/>
          </a:prstGeom>
          <a:solidFill>
            <a:srgbClr val="D08C2E"/>
          </a:solidFill>
          <a:ln w="12700">
            <a:solidFill>
              <a:srgbClr val="D08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511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Competitor mentions are warning lights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50976" y="39502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SentinelShield and other alternatives appear when customers lose confidence after incidents.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0488" y="329184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0488" y="3291840"/>
            <a:ext cx="109728" cy="1417320"/>
          </a:xfrm>
          <a:prstGeom prst="rect">
            <a:avLst/>
          </a:prstGeom>
          <a:solidFill>
            <a:srgbClr val="7B4F9D"/>
          </a:solidFill>
          <a:ln w="12700">
            <a:solidFill>
              <a:srgbClr val="7B4F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35112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</a:rPr>
              <a:t>Support should feed roadmap weekly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83096" y="39502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Escalation themes are strong product prioritization inputs, not just case-level problems.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Additional insight ideas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Where Transcript Intelligence could go next for product, engineering, support, and sales leaders.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3258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Renewal risk early warning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34416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Combine sentiment, churn mentions, SLA/compliance language, and competitor mentions.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1371600" y="1856232"/>
            <a:ext cx="9692640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00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3500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Product-module pain 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36829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Attribute themes to Detect, Comply, Protect, and Identity to expose module-level friction.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1371600" y="2880360"/>
            <a:ext cx="9692640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3741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3741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Action accountability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3924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Mine action items by owner and function after escalations and post-incident calls.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371600" y="3904488"/>
            <a:ext cx="9692640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3982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73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3982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</a:rPr>
              <a:t>Incident communication quality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41655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67085"/>
                </a:solidFill>
              </a:rPr>
              <a:t>Compare customer frustration against communication timing and status-page gaps.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371600" y="4928616"/>
            <a:ext cx="9692640" cy="9144"/>
          </a:xfrm>
          <a:prstGeom prst="rect">
            <a:avLst/>
          </a:prstGeom>
          <a:solidFill>
            <a:srgbClr val="D9DEE5"/>
          </a:solidFill>
          <a:ln w="12700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leadership 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Use the transcript signal as a recurring operating input, not a one-time analysis.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173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Prioritize Detect reliability and alerting as both product quality and revenue protection work.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4884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Proactively message compliance-heavy customers after incidents, with specific remediation and owner commitments.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731520" y="294436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8036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Create a recurring competitive-readiness review for accounts mentioning direct alternatives.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31520" y="3675888"/>
            <a:ext cx="73152" cy="73152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61188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3"/>
                </a:solidFill>
              </a:rPr>
              <a:t>Send weekly support escalation patterns to product and engineering leadership.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10241280" cy="685800"/>
          </a:xfrm>
          <a:prstGeom prst="roundRect">
            <a:avLst>
              <a:gd name="adj" fmla="val 10667"/>
            </a:avLst>
          </a:prstGeom>
          <a:solidFill>
            <a:srgbClr val="E9F2F2"/>
          </a:solidFill>
          <a:ln w="12700">
            <a:solidFill>
              <a:srgbClr val="CFE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5074920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</a:rPr>
              <a:t>Decision to make: should Detect reliability and incident communication become a top leadership metric for the next planning cycle?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" y="651967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085"/>
                </a:solidFill>
              </a:rPr>
              <a:t>Transcript Intelligence |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AegisCloud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Transcript Intelligence Findings</dc:title>
  <dc:subject>Transcript Intelligence take-home analysis</dc:subject>
  <dc:creator>Dipti Ranjan Mohapatra</dc:creator>
  <cp:lastModifiedBy>Dipti Ranjan Mohapatra</cp:lastModifiedBy>
  <cp:revision>1</cp:revision>
  <dcterms:created xsi:type="dcterms:W3CDTF">2026-05-27T04:41:25Z</dcterms:created>
  <dcterms:modified xsi:type="dcterms:W3CDTF">2026-05-27T04:41:25Z</dcterms:modified>
</cp:coreProperties>
</file>